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B700B2E-B6C2-42FA-A354-3E95641D9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09C80BBB-CBA9-4FB6-BF73-5779DB16A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DBEA9F1-C09E-49FB-8478-FECEBA48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96D8991-876B-4B00-9AC6-5E48F2DF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72EAAC45-6453-4FFA-B11F-C6748733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5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C43C61-B5FE-4C6D-BA93-1571C351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34A3548-4A5B-440B-8961-25E86A87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EC86B219-A084-489F-B105-6E714332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842B9A5-9BC0-4302-AEFA-A1C4A04C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E6B0C7B-EE47-4AE3-BAC1-F55A3F41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13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14F2E9-8360-4A1F-BE3F-D493AF56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5D40F2A3-8862-4024-BA15-5A5A5A873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86C71DC-9F27-47C3-A63F-2A53B827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B9DE3B1-F9FE-4A52-AECB-5B45AFAD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DFB9F93-C257-4B07-BE29-54FBAA3E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20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BA93A7-3C92-475F-B569-6FCA8FEE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09787DD-B8FD-4871-9EF4-69E18E2BD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D850E7C3-5045-4B62-83C6-1DA3A3C93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8D49AC-3509-4917-B690-44D35A7C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D54B8C89-824C-4420-BAB1-0B529645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B7AFEB30-2CA6-4672-906D-95A46152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146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5F39578-42B0-4BF4-BFE1-6655650F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71D128E8-8870-4043-B85C-C32E6E312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568A6F0-290A-46A3-B6F7-4A1BF8A45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B699A4D6-49AF-46EA-BA80-0F7E8AED7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FB63C80B-AD8B-4E10-AB7C-95BC2CC15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D1F5F715-0028-4CB6-8687-53BD3EC2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AC0CF988-A7D4-4DA2-9B4C-3242BE46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652D1D31-62BD-4302-BC43-9504EFDB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48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4C8A831-B26C-4382-B7CA-0B128461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68DB2192-5F18-4919-9CE9-50D35CE1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3FB8987E-5D5F-4D1E-AE95-07E53E8F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B52E5172-FD7C-4325-8B4E-F19D2823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7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B635B08A-3586-47D8-9BDD-4EB6A3E6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24078E49-95BB-4AF1-886E-85813408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2004193C-01AD-43CF-98B4-5F242E8F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5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E9BEA06-3ACA-42FA-9ACB-C4B4B96C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1C74C3F-867B-4AF3-9771-FF5F5021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892C8A51-31D8-41F0-BCF4-83F2CBF33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C8A8290-2F04-41B8-8954-FB419B39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DEEA5DC7-4F87-422B-B4FA-86F95EA6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8CE42213-3F5D-4BEC-952A-1B9EABEA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60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5A924E4-20A7-4C9C-90BC-4EACA0611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C59E91DA-E9D6-4809-985E-166C33A64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F8482FE6-30B4-472A-A72B-CF6DDD7E7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F95AF375-8B23-4FD8-80D9-90B5C81D4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10B8B612-63A4-4734-A471-17E730BE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623C9DF3-42EF-4542-A1C3-CFBB0E6E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06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396F7A-0D02-461B-A25F-01442AAB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1329C2D3-CDF9-4AFF-968D-6EC7F8D45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8FD1F986-F075-44AE-B08E-FC4416A7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DEDD3A9-5885-4A53-8A5C-A1CCA88F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E5C3B893-56DF-4E75-9A0E-EDA7662D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01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5B34DF72-8B97-4848-846B-789AA1CBD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33258072-AE4D-4AD4-9E6D-E1FA85E13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6770437-BCBD-462A-84F0-CC3314E3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565914F-8095-439E-86A9-A3EFDB96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085620A-BC6D-408C-A641-7042BC08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12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174B8E22-7A46-446B-9DAD-7677BE8A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8B80E45C-DDB5-4E87-AD76-059BA2782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90D7989-61F6-49F6-BBD4-C83EFA2A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AFA95-B28D-4690-A2AA-E1EBBA18AAB9}" type="datetimeFigureOut">
              <a:rPr lang="pt-BR" smtClean="0"/>
              <a:t>23/06/2021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A1D2181-A9DF-47BE-B521-31FEB693C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984AD77-472B-40D0-A386-CAED30E13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A4793-5DC3-49C1-8D81-5B7890AB9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60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84C989A-DDEF-47DB-BC2B-F00AF43E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2644"/>
            <a:ext cx="9144000" cy="1972711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Preparar micro para sala de audiência</a:t>
            </a:r>
          </a:p>
        </p:txBody>
      </p:sp>
    </p:spTree>
    <p:extLst>
      <p:ext uri="{BB962C8B-B14F-4D97-AF65-F5344CB8AC3E}">
        <p14:creationId xmlns:p14="http://schemas.microsoft.com/office/powerpoint/2010/main" val="262383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Verificar os padrões de reprodução e gravação do Windows.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  <a:noFill/>
        </p:spPr>
        <p:txBody>
          <a:bodyPr anchor="ctr">
            <a:normAutofit/>
          </a:bodyPr>
          <a:lstStyle/>
          <a:p>
            <a:r>
              <a:rPr lang="pt-BR" sz="2200">
                <a:solidFill>
                  <a:schemeClr val="bg1"/>
                </a:solidFill>
              </a:rPr>
              <a:t>Digite na barra de pesquisa do Windows “SOM”;</a:t>
            </a:r>
          </a:p>
          <a:p>
            <a:r>
              <a:rPr lang="pt-BR" sz="2200">
                <a:solidFill>
                  <a:schemeClr val="bg1"/>
                </a:solidFill>
              </a:rPr>
              <a:t>Clique em Configuração de som;</a:t>
            </a:r>
          </a:p>
          <a:p>
            <a:r>
              <a:rPr lang="pt-BR" sz="2200">
                <a:solidFill>
                  <a:schemeClr val="bg1"/>
                </a:solidFill>
              </a:rPr>
              <a:t>Clique em painel de controle de som;</a:t>
            </a:r>
          </a:p>
          <a:p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7" name="Imagem 6" descr="Texto&#10;&#10;Descrição gerada automaticamente">
            <a:extLst>
              <a:ext uri="{FF2B5EF4-FFF2-40B4-BE49-F238E27FC236}">
                <a16:creationId xmlns:a16="http://schemas.microsoft.com/office/drawing/2014/main" xmlns="" id="{757525AF-2368-40B7-BAAA-BFB2C4E85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5748"/>
            <a:ext cx="7202658" cy="46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2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Padrão de reprodução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O padrão de reprodução será sempre caixa de som, fone de ouvido e nunca o alto-falante do </a:t>
            </a:r>
            <a:r>
              <a:rPr lang="pt-BR" sz="2200" dirty="0" err="1">
                <a:solidFill>
                  <a:schemeClr val="bg1"/>
                </a:solidFill>
              </a:rPr>
              <a:t>Action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pt-BR" sz="2200" dirty="0" err="1">
                <a:solidFill>
                  <a:schemeClr val="bg1"/>
                </a:solidFill>
              </a:rPr>
              <a:t>Mixer</a:t>
            </a:r>
            <a:r>
              <a:rPr lang="pt-BR" sz="2200" dirty="0">
                <a:solidFill>
                  <a:schemeClr val="bg1"/>
                </a:solidFill>
              </a:rPr>
              <a:t>;</a:t>
            </a:r>
          </a:p>
          <a:p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xmlns="" id="{86FD7253-7831-4D21-839A-F08E22637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853" y="2597027"/>
            <a:ext cx="4506147" cy="392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3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Padrão de gravação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Definir o </a:t>
            </a:r>
            <a:r>
              <a:rPr lang="pt-BR" sz="2200" dirty="0" err="1">
                <a:solidFill>
                  <a:schemeClr val="bg1"/>
                </a:solidFill>
              </a:rPr>
              <a:t>Action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pt-BR" sz="2200" dirty="0" err="1">
                <a:solidFill>
                  <a:schemeClr val="bg1"/>
                </a:solidFill>
              </a:rPr>
              <a:t>mixer</a:t>
            </a:r>
            <a:r>
              <a:rPr lang="pt-BR" sz="2200" dirty="0">
                <a:solidFill>
                  <a:schemeClr val="bg1"/>
                </a:solidFill>
              </a:rPr>
              <a:t> como padrão, note que aparece dois tipos de padrão, deve ser definido nos dois, padrão e padrão de comunicação;</a:t>
            </a:r>
          </a:p>
          <a:p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xmlns="" id="{E16393E0-CC85-4A9F-8EF6-5AE65F84C5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7" r="2" b="29045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3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Configuração de cada microfone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Na aba escutar a opção “Escutar o dispositivo” deve estar desabilitada. Essa opção é responsável para reproduzir o que os microfones estão captando, então isso causa retorno.</a:t>
            </a:r>
          </a:p>
          <a:p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xmlns="" id="{06A8F02F-A932-4EB2-8509-0698408333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9" b="32436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3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Configuração dos níveis cada microfone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Na aba Níveis, verificar se está em 100, para uma melhor captação dos microfones;</a:t>
            </a:r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xmlns="" id="{E42C8909-05E8-4399-BDC6-28F6A0ADD4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2" b="51253"/>
          <a:stretch/>
        </p:blipFill>
        <p:spPr>
          <a:xfrm>
            <a:off x="838200" y="2612599"/>
            <a:ext cx="6236208" cy="3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6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Configuração do </a:t>
            </a:r>
            <a:r>
              <a:rPr lang="pt-BR" dirty="0" err="1">
                <a:solidFill>
                  <a:schemeClr val="bg1"/>
                </a:solidFill>
              </a:rPr>
              <a:t>Action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Mixer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618188"/>
            <a:ext cx="3803904" cy="3660185"/>
          </a:xfrm>
        </p:spPr>
        <p:txBody>
          <a:bodyPr anchor="ctr">
            <a:normAutofit lnSpcReduction="10000"/>
          </a:bodyPr>
          <a:lstStyle/>
          <a:p>
            <a:r>
              <a:rPr lang="pt-BR" sz="2200" dirty="0">
                <a:solidFill>
                  <a:schemeClr val="bg1"/>
                </a:solidFill>
              </a:rPr>
              <a:t>Cada opção de microfone deve ser definido na tela principal do </a:t>
            </a:r>
            <a:r>
              <a:rPr lang="pt-BR" sz="2200" dirty="0" err="1">
                <a:solidFill>
                  <a:schemeClr val="bg1"/>
                </a:solidFill>
              </a:rPr>
              <a:t>Action</a:t>
            </a:r>
            <a:r>
              <a:rPr lang="pt-BR" sz="2200" dirty="0">
                <a:solidFill>
                  <a:schemeClr val="bg1"/>
                </a:solidFill>
              </a:rPr>
              <a:t> </a:t>
            </a:r>
            <a:r>
              <a:rPr lang="pt-BR" sz="2200" dirty="0" err="1">
                <a:solidFill>
                  <a:schemeClr val="bg1"/>
                </a:solidFill>
              </a:rPr>
              <a:t>Mixer</a:t>
            </a:r>
            <a:r>
              <a:rPr lang="pt-BR" sz="2200" dirty="0">
                <a:solidFill>
                  <a:schemeClr val="bg1"/>
                </a:solidFill>
              </a:rPr>
              <a:t>. Definido voz grave, e os níveis não devem ser alterados;</a:t>
            </a:r>
          </a:p>
          <a:p>
            <a:r>
              <a:rPr lang="pt-BR" sz="2200" dirty="0">
                <a:solidFill>
                  <a:schemeClr val="bg1"/>
                </a:solidFill>
              </a:rPr>
              <a:t>A escuta deve estar zerada, em caso de caixa de som, para fone de ouvido pode estar com o nível que o servidor preferir;</a:t>
            </a:r>
          </a:p>
          <a:p>
            <a:r>
              <a:rPr lang="pt-BR" sz="2200" dirty="0">
                <a:solidFill>
                  <a:schemeClr val="bg1"/>
                </a:solidFill>
              </a:rPr>
              <a:t>A gravação no máximo;</a:t>
            </a:r>
          </a:p>
          <a:p>
            <a:endParaRPr lang="pt-BR" sz="2200" dirty="0">
              <a:solidFill>
                <a:schemeClr val="bg1"/>
              </a:solidFill>
            </a:endParaRPr>
          </a:p>
          <a:p>
            <a:endParaRPr lang="pt-BR" sz="2200" dirty="0">
              <a:solidFill>
                <a:schemeClr val="bg1"/>
              </a:solidFill>
            </a:endParaRPr>
          </a:p>
        </p:txBody>
      </p:sp>
      <p:pic>
        <p:nvPicPr>
          <p:cNvPr id="6" name="Imagem 5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xmlns="" id="{97946169-6D50-4191-861D-B4A26D33E6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1" r="3" b="4464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3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Configuração do Canal Master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Canal Master definir Alto Falante </a:t>
            </a:r>
            <a:r>
              <a:rPr lang="pt-BR" sz="2000" dirty="0" err="1">
                <a:solidFill>
                  <a:schemeClr val="bg1"/>
                </a:solidFill>
              </a:rPr>
              <a:t>Action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Mixer</a:t>
            </a:r>
            <a:r>
              <a:rPr lang="pt-BR" sz="2000" dirty="0">
                <a:solidFill>
                  <a:schemeClr val="bg1"/>
                </a:solidFill>
              </a:rPr>
              <a:t>;</a:t>
            </a:r>
          </a:p>
          <a:p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xmlns="" id="{1DDF9E84-FC2F-4A49-859F-8BB0924D62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26" b="1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Taxa de bits do vídeo: 256 </a:t>
            </a:r>
            <a:r>
              <a:rPr lang="pt-BR" sz="2000" dirty="0" err="1">
                <a:solidFill>
                  <a:schemeClr val="bg1"/>
                </a:solidFill>
              </a:rPr>
              <a:t>kbps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Taxa de bits do áudio: 64</a:t>
            </a:r>
          </a:p>
          <a:p>
            <a:r>
              <a:rPr lang="pt-BR" sz="2000" dirty="0">
                <a:solidFill>
                  <a:schemeClr val="bg1"/>
                </a:solidFill>
              </a:rPr>
              <a:t>Habilita a opção “Ativar as configurações avançadas do </a:t>
            </a:r>
            <a:r>
              <a:rPr lang="pt-BR" sz="2000" dirty="0" err="1">
                <a:solidFill>
                  <a:schemeClr val="bg1"/>
                </a:solidFill>
              </a:rPr>
              <a:t>encoder</a:t>
            </a:r>
            <a:r>
              <a:rPr lang="pt-BR" sz="2000" dirty="0">
                <a:solidFill>
                  <a:schemeClr val="bg1"/>
                </a:solidFill>
              </a:rPr>
              <a:t>”</a:t>
            </a:r>
          </a:p>
          <a:p>
            <a:r>
              <a:rPr lang="pt-BR" sz="2000" dirty="0">
                <a:solidFill>
                  <a:schemeClr val="bg1"/>
                </a:solidFill>
              </a:rPr>
              <a:t>Padrão de codificação: </a:t>
            </a:r>
            <a:r>
              <a:rPr lang="pt-BR" sz="2000" dirty="0" err="1">
                <a:solidFill>
                  <a:schemeClr val="bg1"/>
                </a:solidFill>
              </a:rPr>
              <a:t>Faster</a:t>
            </a:r>
            <a:endParaRPr lang="pt-BR" sz="2000" dirty="0">
              <a:solidFill>
                <a:schemeClr val="bg1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70" y="2059459"/>
            <a:ext cx="54006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4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Dispositivo de áudio </a:t>
            </a:r>
            <a:r>
              <a:rPr lang="pt-BR" sz="2000" dirty="0" err="1">
                <a:solidFill>
                  <a:schemeClr val="bg1"/>
                </a:solidFill>
              </a:rPr>
              <a:t>Mic</a:t>
            </a:r>
            <a:r>
              <a:rPr lang="pt-BR" sz="2000" dirty="0">
                <a:solidFill>
                  <a:schemeClr val="bg1"/>
                </a:solidFill>
              </a:rPr>
              <a:t>/Auxiliar: Microfone (USB </a:t>
            </a:r>
            <a:r>
              <a:rPr lang="pt-BR" sz="2000" dirty="0" err="1">
                <a:solidFill>
                  <a:schemeClr val="bg1"/>
                </a:solidFill>
              </a:rPr>
              <a:t>Audio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Device</a:t>
            </a:r>
            <a:r>
              <a:rPr lang="pt-BR" sz="2000" dirty="0">
                <a:solidFill>
                  <a:schemeClr val="bg1"/>
                </a:solidFill>
              </a:rPr>
              <a:t>)</a:t>
            </a:r>
          </a:p>
          <a:p>
            <a:r>
              <a:rPr lang="pt-BR" sz="2000" dirty="0">
                <a:solidFill>
                  <a:schemeClr val="bg1"/>
                </a:solidFill>
              </a:rPr>
              <a:t>Em Avançado: Dispositivo de monitoramento: Alto- falantes (</a:t>
            </a:r>
            <a:r>
              <a:rPr lang="pt-BR" sz="2000" dirty="0" err="1">
                <a:solidFill>
                  <a:schemeClr val="bg1"/>
                </a:solidFill>
              </a:rPr>
              <a:t>Action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Mixer</a:t>
            </a:r>
            <a:r>
              <a:rPr lang="pt-BR" sz="2000" dirty="0">
                <a:solidFill>
                  <a:schemeClr val="bg1"/>
                </a:solidFill>
              </a:rPr>
              <a:t> virtual </a:t>
            </a:r>
            <a:r>
              <a:rPr lang="pt-BR" sz="2000" dirty="0" err="1">
                <a:solidFill>
                  <a:schemeClr val="bg1"/>
                </a:solidFill>
              </a:rPr>
              <a:t>cable</a:t>
            </a:r>
            <a:r>
              <a:rPr lang="pt-BR" sz="2000" dirty="0">
                <a:solidFill>
                  <a:schemeClr val="bg1"/>
                </a:solidFill>
              </a:rPr>
              <a:t>)</a:t>
            </a:r>
          </a:p>
          <a:p>
            <a:r>
              <a:rPr lang="pt-BR" sz="2000" dirty="0">
                <a:solidFill>
                  <a:schemeClr val="bg1"/>
                </a:solidFill>
              </a:rPr>
              <a:t>Desabilitar a opção “Desativar a oscilação de áudio do Windows”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21" y="1910779"/>
            <a:ext cx="54006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8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Resolução de base: 1280x720</a:t>
            </a:r>
          </a:p>
          <a:p>
            <a:r>
              <a:rPr lang="pt-BR" sz="2000" dirty="0">
                <a:solidFill>
                  <a:schemeClr val="bg1"/>
                </a:solidFill>
              </a:rPr>
              <a:t>Resolução de saída (escala): 640x360</a:t>
            </a:r>
          </a:p>
          <a:p>
            <a:r>
              <a:rPr lang="pt-BR" sz="2000" dirty="0">
                <a:solidFill>
                  <a:schemeClr val="bg1"/>
                </a:solidFill>
              </a:rPr>
              <a:t>Valores inteiros de FPS: 15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92" y="2187789"/>
            <a:ext cx="54006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3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Clicar em Ferramentas &gt; </a:t>
            </a:r>
            <a:r>
              <a:rPr lang="pt-BR" sz="2000" dirty="0" err="1">
                <a:solidFill>
                  <a:schemeClr val="bg1"/>
                </a:solidFill>
              </a:rPr>
              <a:t>VirtualCam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0779"/>
            <a:ext cx="54006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Habilitar as opções “</a:t>
            </a:r>
            <a:r>
              <a:rPr lang="pt-BR" sz="2000" dirty="0" err="1">
                <a:solidFill>
                  <a:schemeClr val="bg1"/>
                </a:solidFill>
              </a:rPr>
              <a:t>AutoStart</a:t>
            </a:r>
            <a:r>
              <a:rPr lang="pt-BR" sz="2000" dirty="0">
                <a:solidFill>
                  <a:schemeClr val="bg1"/>
                </a:solidFill>
              </a:rPr>
              <a:t>” e “</a:t>
            </a:r>
            <a:r>
              <a:rPr lang="pt-BR" sz="2000" dirty="0" err="1">
                <a:solidFill>
                  <a:schemeClr val="bg1"/>
                </a:solidFill>
              </a:rPr>
              <a:t>Keep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Aspect</a:t>
            </a:r>
            <a:r>
              <a:rPr lang="pt-BR" sz="2000" dirty="0">
                <a:solidFill>
                  <a:schemeClr val="bg1"/>
                </a:solidFill>
              </a:rPr>
              <a:t> Radio”</a:t>
            </a:r>
          </a:p>
          <a:p>
            <a:r>
              <a:rPr lang="pt-BR" sz="2000" dirty="0" err="1">
                <a:solidFill>
                  <a:schemeClr val="bg1"/>
                </a:solidFill>
              </a:rPr>
              <a:t>Buffered</a:t>
            </a:r>
            <a:r>
              <a:rPr lang="pt-BR" sz="2000" dirty="0">
                <a:solidFill>
                  <a:schemeClr val="bg1"/>
                </a:solidFill>
              </a:rPr>
              <a:t> Frames deixar com 10, e clicar em Start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2120599"/>
            <a:ext cx="54006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Clicar em </a:t>
            </a:r>
            <a:r>
              <a:rPr lang="pt-BR" sz="2000" b="1" dirty="0">
                <a:solidFill>
                  <a:schemeClr val="bg1"/>
                </a:solidFill>
              </a:rPr>
              <a:t>Propriedades de áudio avançadas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2516777"/>
            <a:ext cx="54006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9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OBS para sala de audiência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Em todos os microfones configurados definir o Monitoramento de áudio como “Monitorar e enviar áudio”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56" y="2178264"/>
            <a:ext cx="54006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5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 </a:t>
            </a:r>
            <a:r>
              <a:rPr lang="pt-BR" sz="2000" dirty="0">
                <a:solidFill>
                  <a:schemeClr val="bg1"/>
                </a:solidFill>
              </a:rPr>
              <a:t>Abrir a reunião do Zoom.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1277"/>
            <a:ext cx="54006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No campo Fontes do OBS clicar no botão “+”.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0779"/>
            <a:ext cx="54006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3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Selecionar a opção Captura de Janela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3945"/>
            <a:ext cx="5400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8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Definir o nome da Captura da Janela com “Zoom”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910779"/>
            <a:ext cx="54006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5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Janela: Zoom Reunião</a:t>
            </a:r>
          </a:p>
          <a:p>
            <a:r>
              <a:rPr lang="pt-BR" sz="2000" dirty="0">
                <a:solidFill>
                  <a:schemeClr val="bg1"/>
                </a:solidFill>
              </a:rPr>
              <a:t>Método de captura: Windows </a:t>
            </a:r>
            <a:r>
              <a:rPr lang="pt-BR" sz="2000" dirty="0" err="1">
                <a:solidFill>
                  <a:schemeClr val="bg1"/>
                </a:solidFill>
              </a:rPr>
              <a:t>Graphics</a:t>
            </a:r>
            <a:r>
              <a:rPr lang="pt-BR" sz="2000" dirty="0">
                <a:solidFill>
                  <a:schemeClr val="bg1"/>
                </a:solidFill>
              </a:rPr>
              <a:t> Capture</a:t>
            </a:r>
          </a:p>
          <a:p>
            <a:r>
              <a:rPr lang="pt-BR" sz="2000" dirty="0">
                <a:solidFill>
                  <a:schemeClr val="bg1"/>
                </a:solidFill>
              </a:rPr>
              <a:t>Prioridade de correspondência da Janela: Combinar título, caso contrário buscar janela do mesmo tipo</a:t>
            </a:r>
          </a:p>
          <a:p>
            <a:r>
              <a:rPr lang="pt-BR" sz="2000" dirty="0">
                <a:solidFill>
                  <a:schemeClr val="bg1"/>
                </a:solidFill>
              </a:rPr>
              <a:t>Clicar em OK.</a:t>
            </a:r>
          </a:p>
          <a:p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13" y="1910779"/>
            <a:ext cx="54006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9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Clicar novamente no botão “+” e selecionar Captura de tela</a:t>
            </a:r>
            <a:r>
              <a:rPr lang="pt-BR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pt-BR" sz="2000" dirty="0">
                <a:solidFill>
                  <a:schemeClr val="bg1"/>
                </a:solidFill>
              </a:rPr>
              <a:t>Criar o nome da Captura de tela</a:t>
            </a:r>
            <a:endParaRPr lang="pt-BR" sz="2000" dirty="0" smtClean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4" y="1910779"/>
            <a:ext cx="54006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5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Definir qual monitor será usado para abrir todos os documentos que será necessário o compartilhamento.</a:t>
            </a:r>
            <a:endParaRPr lang="pt-BR" sz="2000" dirty="0" smtClean="0">
              <a:solidFill>
                <a:schemeClr val="bg1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0779"/>
            <a:ext cx="54006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8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Após criar o perfil de captura de tela e da captura da janela do Zoom, deve clicar no “Olho” da Captura de tela, deixando ele fechado.</a:t>
            </a:r>
            <a:endParaRPr lang="pt-BR" sz="2000" dirty="0" smtClean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54" y="2051069"/>
            <a:ext cx="54006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5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Criando fonte de captura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Quando for compartilhar a tela no Zoom, deve clicar no “Olho” do Zoom deixando desativado, e clicar no “Olho” da Captura de Tela, deixando ele habilitado. Abrir o Zoom, clicar no compartilhar tela, abrir o que deseja compartilha no </a:t>
            </a:r>
            <a:r>
              <a:rPr lang="pt-BR" sz="2000" dirty="0" smtClean="0">
                <a:solidFill>
                  <a:schemeClr val="bg1"/>
                </a:solidFill>
              </a:rPr>
              <a:t>monitor.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2051069"/>
            <a:ext cx="54006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1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do Audiência Digital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Em configuração e áudio e vídeo, no dispositivo de vídeo escolher a opção OBS-</a:t>
            </a:r>
            <a:r>
              <a:rPr lang="pt-BR" sz="2000" dirty="0" err="1">
                <a:solidFill>
                  <a:schemeClr val="bg1"/>
                </a:solidFill>
              </a:rPr>
              <a:t>Camera</a:t>
            </a:r>
            <a:r>
              <a:rPr lang="pt-BR" sz="2000" dirty="0">
                <a:solidFill>
                  <a:schemeClr val="bg1"/>
                </a:solidFill>
              </a:rPr>
              <a:t>, em dispositivo de áudio: </a:t>
            </a:r>
            <a:r>
              <a:rPr lang="pt-BR" sz="2000" dirty="0" err="1">
                <a:solidFill>
                  <a:schemeClr val="bg1"/>
                </a:solidFill>
              </a:rPr>
              <a:t>Action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Mixer</a:t>
            </a:r>
            <a:r>
              <a:rPr lang="pt-BR" sz="2000" dirty="0">
                <a:solidFill>
                  <a:schemeClr val="bg1"/>
                </a:solidFill>
              </a:rPr>
              <a:t> Output (</a:t>
            </a:r>
            <a:r>
              <a:rPr lang="pt-BR" sz="2000" dirty="0" err="1">
                <a:solidFill>
                  <a:schemeClr val="bg1"/>
                </a:solidFill>
              </a:rPr>
              <a:t>Action</a:t>
            </a:r>
            <a:r>
              <a:rPr lang="pt-BR" sz="2000" dirty="0">
                <a:solidFill>
                  <a:schemeClr val="bg1"/>
                </a:solidFill>
              </a:rPr>
              <a:t> Mike)</a:t>
            </a:r>
            <a:endParaRPr lang="pt-BR" sz="2000" dirty="0" smtClean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43" y="2121629"/>
            <a:ext cx="540067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6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Configuração do Audiência Digital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Audiência Digital quando compartilha a tela do Zoom.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32" y="1969873"/>
            <a:ext cx="54006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6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1252B1-2409-4B7F-9382-D53772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20007CF-B5EF-422C-90C0-6299CA40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896" y="2051069"/>
            <a:ext cx="3803904" cy="3660185"/>
          </a:xfrm>
        </p:spPr>
        <p:txBody>
          <a:bodyPr anchor="ctr">
            <a:normAutofit/>
          </a:bodyPr>
          <a:lstStyle/>
          <a:p>
            <a:endParaRPr lang="pt-BR" sz="2000" dirty="0" smtClean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494271"/>
            <a:ext cx="10800000" cy="54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2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662</Words>
  <Application>Microsoft Office PowerPoint</Application>
  <PresentationFormat>Widescreen</PresentationFormat>
  <Paragraphs>67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do Office</vt:lpstr>
      <vt:lpstr>Preparar micro para sala de audiência</vt:lpstr>
      <vt:lpstr>Verificar os padrões de reprodução e gravação do Windows. </vt:lpstr>
      <vt:lpstr>Padrão de reprodução</vt:lpstr>
      <vt:lpstr>Padrão de gravação</vt:lpstr>
      <vt:lpstr>Configuração de cada microfone</vt:lpstr>
      <vt:lpstr>Configuração dos níveis cada microfone</vt:lpstr>
      <vt:lpstr>Configuração do Action Mixer</vt:lpstr>
      <vt:lpstr>Configuração do Canal Master</vt:lpstr>
      <vt:lpstr>Configuração OBS para sala de audiência</vt:lpstr>
      <vt:lpstr>Configuração OBS para sala de audiência</vt:lpstr>
      <vt:lpstr>Configuração OBS para sala de audiência</vt:lpstr>
      <vt:lpstr>Configuração OBS para sala de audiência</vt:lpstr>
      <vt:lpstr>Configuração OBS para sala de audiência</vt:lpstr>
      <vt:lpstr>Configuração OBS para sala de audiência</vt:lpstr>
      <vt:lpstr>Configuração OBS para sala de audiência</vt:lpstr>
      <vt:lpstr>Criando fonte de captura </vt:lpstr>
      <vt:lpstr>Criando fonte de captura </vt:lpstr>
      <vt:lpstr>Criando fonte de captura </vt:lpstr>
      <vt:lpstr>Criando fonte de captura </vt:lpstr>
      <vt:lpstr>Criando fonte de captura </vt:lpstr>
      <vt:lpstr>Criando fonte de captura </vt:lpstr>
      <vt:lpstr>Criando fonte de captura </vt:lpstr>
      <vt:lpstr>Criando fonte de captura </vt:lpstr>
      <vt:lpstr>Criando fonte de captura </vt:lpstr>
      <vt:lpstr>Configuração do Audiência Digital</vt:lpstr>
      <vt:lpstr>Configuração do Audiência Digital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Preparar micro para sala de audiência</dc:title>
  <dc:creator>Pedro Henrique Ferreira</dc:creator>
  <cp:lastModifiedBy>Pedro Henrique Ferreira - Prestador de Serviços</cp:lastModifiedBy>
  <cp:revision>10</cp:revision>
  <dcterms:created xsi:type="dcterms:W3CDTF">2021-06-16T11:47:52Z</dcterms:created>
  <dcterms:modified xsi:type="dcterms:W3CDTF">2021-06-23T11:49:08Z</dcterms:modified>
</cp:coreProperties>
</file>